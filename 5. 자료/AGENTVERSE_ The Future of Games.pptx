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65437" y="1623417"/>
            <a:ext cx="5013127" cy="726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4353" b="1" spc="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AGENTVERSE</a:t>
            </a:r>
            <a:endParaRPr lang="en-US" sz="4353" dirty="0"/>
          </a:p>
        </p:txBody>
      </p:sp>
      <p:sp>
        <p:nvSpPr>
          <p:cNvPr id="4" name="Text 1"/>
          <p:cNvSpPr/>
          <p:nvPr/>
        </p:nvSpPr>
        <p:spPr>
          <a:xfrm>
            <a:off x="3265587" y="2493169"/>
            <a:ext cx="261282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Future of Games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3513832" y="4541639"/>
            <a:ext cx="21163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Issac Lee / NEXUS / GDC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57288" y="2096691"/>
            <a:ext cx="6829425" cy="9501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400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January 31, 2026</a:t>
            </a: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0113" y="2096691"/>
            <a:ext cx="7343775" cy="9501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400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4.8 million agents.</a:t>
            </a:r>
            <a:endParaRPr lang="en-US" sz="5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3642" y="1357313"/>
            <a:ext cx="2296716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8291" b="1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</a:t>
            </a:r>
            <a:endParaRPr lang="en-US" sz="8291" dirty="0"/>
          </a:p>
        </p:txBody>
      </p:sp>
      <p:sp>
        <p:nvSpPr>
          <p:cNvPr id="4" name="Text 1"/>
          <p:cNvSpPr/>
          <p:nvPr/>
        </p:nvSpPr>
        <p:spPr>
          <a:xfrm>
            <a:off x="2814638" y="2500313"/>
            <a:ext cx="3514725" cy="1285875"/>
          </a:xfrm>
          <a:prstGeom prst="rect">
            <a:avLst/>
          </a:prstGeom>
          <a:noFill/>
          <a:ln/>
        </p:spPr>
        <p:txBody>
          <a:bodyPr wrap="none" lIns="0" tIns="170053" rIns="0" bIns="0" rtlCol="0" anchor="t">
            <a:spAutoFit/>
          </a:bodyPr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829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$0.50</a:t>
            </a:r>
            <a:endParaRPr lang="en-US" sz="829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90502" y="2458343"/>
            <a:ext cx="74116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PGC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3760291" y="2347615"/>
            <a:ext cx="1016198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UGC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5205115" y="2208312"/>
            <a:ext cx="1348383" cy="726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435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AGC</a:t>
            </a:r>
            <a:endParaRPr lang="en-US" sz="435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21631"/>
            <a:ext cx="9144000" cy="1900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7400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Hunger Games for agents.</a:t>
            </a:r>
            <a:endParaRPr lang="en-US" sz="5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3" y="682228"/>
            <a:ext cx="6429375" cy="35718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680692" y="4539853"/>
            <a:ext cx="378261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 regions. 100 agents. Shrinking death zone.</a:t>
            </a:r>
            <a:endParaRPr lang="en-US" sz="126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143000"/>
            <a:ext cx="4286250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43500" y="1807369"/>
            <a:ext cx="3571875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built the environment.</a:t>
            </a:r>
            <a:endParaRPr lang="en-US" sz="2016" dirty="0"/>
          </a:p>
        </p:txBody>
      </p:sp>
      <p:sp>
        <p:nvSpPr>
          <p:cNvPr id="5" name="Text 1"/>
          <p:cNvSpPr/>
          <p:nvPr/>
        </p:nvSpPr>
        <p:spPr>
          <a:xfrm>
            <a:off x="5143500" y="2500313"/>
            <a:ext cx="3571875" cy="83581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generated the content.</a:t>
            </a:r>
            <a:endParaRPr lang="en-US" sz="201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19970" y="1780245"/>
            <a:ext cx="3904059" cy="720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4353" b="1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earn.</a:t>
            </a:r>
            <a:endParaRPr lang="en-US" sz="4353" dirty="0"/>
          </a:p>
        </p:txBody>
      </p:sp>
      <p:sp>
        <p:nvSpPr>
          <p:cNvPr id="4" name="Text 1"/>
          <p:cNvSpPr/>
          <p:nvPr/>
        </p:nvSpPr>
        <p:spPr>
          <a:xfrm>
            <a:off x="1652885" y="2500313"/>
            <a:ext cx="5838230" cy="862943"/>
          </a:xfrm>
          <a:prstGeom prst="rect">
            <a:avLst/>
          </a:prstGeom>
          <a:noFill/>
          <a:ln/>
        </p:spPr>
        <p:txBody>
          <a:bodyPr wrap="none" lIns="0" tIns="170053" rIns="0" bIns="0" rtlCol="0" anchor="t">
            <a:spAutoFit/>
          </a:bodyPr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435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Humans speculate.</a:t>
            </a:r>
            <a:endParaRPr lang="en-US" sz="435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90515" y="2016323"/>
            <a:ext cx="3762970" cy="483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Playtime shrinking.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2604790" y="2500313"/>
            <a:ext cx="3934420" cy="626864"/>
          </a:xfrm>
          <a:prstGeom prst="rect">
            <a:avLst/>
          </a:prstGeom>
          <a:noFill/>
          <a:ln/>
        </p:spPr>
        <p:txBody>
          <a:bodyPr wrap="none" lIns="0" tIns="170053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rising.</a:t>
            </a:r>
            <a:endParaRPr lang="en-US" sz="286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65599" y="1701636"/>
            <a:ext cx="2412802" cy="5800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29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agent.</a:t>
            </a:r>
            <a:endParaRPr lang="en-US" sz="2970" dirty="0"/>
          </a:p>
        </p:txBody>
      </p:sp>
      <p:sp>
        <p:nvSpPr>
          <p:cNvPr id="4" name="Text 1"/>
          <p:cNvSpPr/>
          <p:nvPr/>
        </p:nvSpPr>
        <p:spPr>
          <a:xfrm>
            <a:off x="3087886" y="2281703"/>
            <a:ext cx="2968228" cy="5800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29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strategy.</a:t>
            </a:r>
            <a:endParaRPr lang="en-US" sz="2970" dirty="0"/>
          </a:p>
        </p:txBody>
      </p:sp>
      <p:sp>
        <p:nvSpPr>
          <p:cNvPr id="5" name="Text 2"/>
          <p:cNvSpPr/>
          <p:nvPr/>
        </p:nvSpPr>
        <p:spPr>
          <a:xfrm>
            <a:off x="3588841" y="2861770"/>
            <a:ext cx="1966317" cy="5800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29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win.</a:t>
            </a:r>
            <a:endParaRPr lang="en-US" sz="29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51362" y="1709142"/>
            <a:ext cx="1641277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912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book tells.</a:t>
            </a:r>
            <a:endParaRPr lang="en-US" sz="1912" dirty="0"/>
          </a:p>
        </p:txBody>
      </p:sp>
      <p:sp>
        <p:nvSpPr>
          <p:cNvPr id="4" name="Text 1"/>
          <p:cNvSpPr/>
          <p:nvPr/>
        </p:nvSpPr>
        <p:spPr>
          <a:xfrm>
            <a:off x="3248620" y="2037755"/>
            <a:ext cx="2646759" cy="628650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movie shows.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2202954" y="2666405"/>
            <a:ext cx="4738092" cy="767953"/>
          </a:xfrm>
          <a:prstGeom prst="rect">
            <a:avLst/>
          </a:prstGeom>
          <a:noFill/>
          <a:ln/>
        </p:spPr>
        <p:txBody>
          <a:bodyPr wrap="none" lIns="0" tIns="255143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game lets you live.</a:t>
            </a:r>
            <a:endParaRPr lang="en-US" sz="329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851682"/>
            <a:ext cx="7143750" cy="1440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4353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agents, games become generative.</a:t>
            </a:r>
            <a:endParaRPr lang="en-US" sz="435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11003" y="1624310"/>
            <a:ext cx="4521994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 build with us.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3497759" y="2177951"/>
            <a:ext cx="2148483" cy="562570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NEXUS / GDC 2026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3706713" y="2740521"/>
            <a:ext cx="1730573" cy="778669"/>
          </a:xfrm>
          <a:prstGeom prst="rect">
            <a:avLst/>
          </a:prstGeom>
          <a:noFill/>
          <a:ln/>
        </p:spPr>
        <p:txBody>
          <a:bodyPr wrap="square" lIns="0" tIns="680339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6" kern="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AGENTVERSE</a:t>
            </a:r>
            <a:endParaRPr lang="en-US" sz="119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2026-03-09T23:22:46Z</dcterms:created>
  <dcterms:modified xsi:type="dcterms:W3CDTF">2026-03-09T23:22:46Z</dcterms:modified>
</cp:coreProperties>
</file>